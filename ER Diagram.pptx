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3T18:14:14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1314 0 24575,'32'0'0,"0"1"0,0 2 0,45 10 0,-41-5 0,0 1 0,1-1 0,0-2 0,53 2 0,-25-11 0,-42 2 0,1 0 0,-1 1 0,1 1 0,32 6 0,-39-2 0,0 1 0,18 9 0,10 4 0,128 56 0,-114-56 0,28 11 0,-59-18 0,-1-1 0,30 18 0,-27-12 0,54 42 0,-80-55 0,1-1 0,-1 1 0,0 0 0,1 0 0,-2 0 0,1 1 0,-1 0 0,1-1 0,-1 1 0,-1 0 0,1 1 0,-1-1 0,1 0 0,-2 1 0,1-1 0,-1 1 0,1-1 0,-2 1 0,2 11 0,-2-9 0,0-1 0,-1 1 0,1-1 0,-2 1 0,1-1 0,-1 1 0,0-1 0,0 1 0,-1-1 0,0 0 0,0 0 0,-1-1 0,0 1 0,0-1 0,0 0 0,-1 0 0,0 0 0,-11 10 0,0-3 0,-1 0 0,0-1 0,0-1 0,-1-1 0,-35 15 0,39-19 0,-1-2 0,1 0 0,-1 0 0,0-2 0,1 1 0,-18-1 0,-95-4 0,49-1 0,-605 3 0,656 1 0,0 2 0,-32 7 0,29-5 0,-45 4 0,54-9 0,-232-2 0,231-1 0,0-1 0,0-1 0,-26-10 0,30 9 0,-1 0 0,-1 1 0,1 1 0,-36-3 0,17 7 0,7 0 0,-1-1 0,1-2 0,-39-8 0,-27-3 0,3 0 0,53 7 0,32 6 0,0 0 0,0-1 0,1 0 0,-1 0 0,0-1 0,1 0 0,0 0 0,-1-1 0,2 0 0,-1-1 0,0 0 0,-11-10 0,11 9 0,0 0 0,-1 0 0,0 1 0,1 0 0,-13-4 0,10 4 0,1 0 0,0 0 0,-14-11 0,21 14 0,0-1 0,0 0 0,0 0 0,1 0 0,-1 0 0,1 0 0,0-1 0,0 1 0,0-1 0,0 1 0,0-1 0,1 0 0,-2-7 0,1 2 0,0 0 0,1 0 0,1-1 0,-1 1 0,2 0 0,-1 0 0,1 0 0,0 0 0,1 0 0,0 0 0,1 0 0,0 0 0,0 1 0,1-1 0,0 1 0,0 0 0,1 0 0,0 1 0,0-1 0,1 1 0,0 0 0,0 0 0,1 1 0,0 0 0,0 0 0,0 1 0,16-9 0,-11 8 0,-1 0 0,1 1 0,1 0 0,-1 1 0,1 1 0,0 0 0,0 0 0,25-1 0,-29 4 0,1-1 0,-1 0 0,0-1 0,0 0 0,1-1 0,-1 0 0,-1 0 0,1-1 0,14-7 0,-8 4 0,0 1 0,1 1 0,0 0 0,0 1 0,18-2 0,4-1 0,-13 3 0,0 1 0,-1 1 0,35 3 0,-37 0 0,0-1 0,0-1 0,-1-1 0,40-8 0,23-23 0,-10 4 0,-50 24 0,1 1 0,-1 1 0,1 0 0,0 2 0,49 5 0,-9-2 0,-11-3-47,-34-1-217,-1 1 1,1 2-1,0 0 1,33 6-1,-36-1-6562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AD4ED-6551-71A8-4E49-E10FFB6F2F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5E1643-D2AE-6EDA-3382-534B06D39B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70D2F-0D5B-185B-E907-2459A2186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315F4-5D7C-459F-ACFF-B0A9328EDE32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29FCF-D0BA-DE4F-B595-D7A417969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A59C6-8474-3472-E20A-66482B6D2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19EE1-0FC0-4ABB-8E31-7913AA0FF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341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39B1C-E9BF-D0F6-1DED-E6D01267A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02170-3CCF-7EB1-05D3-C5FF4DA65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EC1A9-0A12-642C-7689-E9E2AD30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315F4-5D7C-459F-ACFF-B0A9328EDE32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B55A0-F406-39F7-1291-69644F9FD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59648-487D-6BA7-FE93-469372FCA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19EE1-0FC0-4ABB-8E31-7913AA0FF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56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994AB-DDB5-800F-5E10-1DFFD51B2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A70D49-16D5-F15C-54BC-C15D641AA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44656-4FAB-B190-8F75-8E00C1ABF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315F4-5D7C-459F-ACFF-B0A9328EDE32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22EBCC-24C4-6883-64B3-6616D9A7F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B9A5E-3B06-9957-23A1-3DAD149FD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19EE1-0FC0-4ABB-8E31-7913AA0FF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885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94474-BF80-59AA-14F2-D325FD5F6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D0C27-A0A5-FA27-2CA6-77AF9307DC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3D62CB-CFD0-8156-4F0D-0143A52BC9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57B94-B6E4-B316-6625-C6FED6964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315F4-5D7C-459F-ACFF-B0A9328EDE32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009EFA-B34A-DCD6-02BF-E0987570C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97F6E-D9A2-A450-C386-08A646C40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19EE1-0FC0-4ABB-8E31-7913AA0FF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519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457FD-6A67-02C3-8272-A3F9F1E08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4D41AD-0F4B-EC39-73B2-56541A51D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D48B99-5E23-48F5-EADD-84DCCBC340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EA7ECC-C820-C8EF-DE0A-FCD66888F9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13BD04-C22B-B924-1C3E-A8FEC6912B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6DBE92-CCB6-74EC-CC59-CB174D6CF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315F4-5D7C-459F-ACFF-B0A9328EDE32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CA6098-86F9-52BD-D8E4-9B08FDB0B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D91FB5-3641-E2A8-0765-F38839C29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19EE1-0FC0-4ABB-8E31-7913AA0FF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90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F9FF1-CC57-22A1-AA36-93592A6BC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F1980-6104-9C5F-74C0-384540575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315F4-5D7C-459F-ACFF-B0A9328EDE32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B52F33-CA85-1A8C-A848-2AEE105FE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11C36A-E93D-6A10-31DE-ED1A28541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19EE1-0FC0-4ABB-8E31-7913AA0FF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23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9D4B7A-F458-463F-4D3F-B4F164F22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315F4-5D7C-459F-ACFF-B0A9328EDE32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719EBD-8E1A-2E9D-506C-0A9F52702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0DB5DA-4FD0-3F7F-FFAF-87AC57284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19EE1-0FC0-4ABB-8E31-7913AA0FF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848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291AD-39CC-55F0-6B38-153069511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C9560-3492-68C5-8F6A-07F5FEC74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A14B01-EAFF-51B5-E402-A7C7261E38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A3A4D-12CE-F538-E2DD-1E4C2B812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315F4-5D7C-459F-ACFF-B0A9328EDE32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6AB197-C145-5A6E-D486-376063058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711FEC-1703-7899-0549-3D768FED3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19EE1-0FC0-4ABB-8E31-7913AA0FF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989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26CA9-D3D3-A231-851C-122D18905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A037A5-B3EC-F2B6-458B-56F9116F29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2269E2-8672-2236-C407-F65E9EDB1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7F8145-0D63-AD47-A4B3-FD679B3CA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315F4-5D7C-459F-ACFF-B0A9328EDE32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FE7080-33F9-F2C4-C0AE-FFB3A6A9A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977C85-5C0A-1726-AAD6-14039B5DB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19EE1-0FC0-4ABB-8E31-7913AA0FF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503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AA202-0D8B-77E5-D9EF-242DB321B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2897B0-539A-8045-2F5D-EC1578073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2068A-2C4B-97CE-E5A0-8016A9504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315F4-5D7C-459F-ACFF-B0A9328EDE32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CCEC36-2AFD-D9C6-C3E0-53E1F4A3C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7F422-FEA2-D55F-974A-CD3ECA6E1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19EE1-0FC0-4ABB-8E31-7913AA0FF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339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FA79D0-E463-1D34-953A-641FE87E30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AFFA7B-93DF-46DA-E4B0-24DA79CE4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49AF3-97DD-9BB2-1866-DF31A52E0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315F4-5D7C-459F-ACFF-B0A9328EDE32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95D6E-85BB-68D7-C861-79933B54A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5F164-115C-3944-36C9-0433D68C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19EE1-0FC0-4ABB-8E31-7913AA0FF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83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83D093-17AF-0EB5-3A20-DAB2AB6BF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6DDF9-3E03-9CF5-0590-0BE079DEB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73931-C79F-C1A2-D70D-78BEC123ED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9315F4-5D7C-459F-ACFF-B0A9328EDE32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F32D0-2D06-988F-FCDE-3B8B46D8CD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B9CCF-5233-D9E3-215F-20A54D7420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919EE1-0FC0-4ABB-8E31-7913AA0FF6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210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D5345-C83A-8032-410C-6A107C655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A1E0C8-F4A3-5EA8-4482-6C3D6FED76E9}"/>
              </a:ext>
            </a:extLst>
          </p:cNvPr>
          <p:cNvSpPr/>
          <p:nvPr/>
        </p:nvSpPr>
        <p:spPr>
          <a:xfrm>
            <a:off x="1356852" y="1445343"/>
            <a:ext cx="1013865" cy="3811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Category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5CD2A85-AC95-4E59-4FCD-075D4043F8A1}"/>
              </a:ext>
            </a:extLst>
          </p:cNvPr>
          <p:cNvSpPr/>
          <p:nvPr/>
        </p:nvSpPr>
        <p:spPr>
          <a:xfrm>
            <a:off x="442283" y="469720"/>
            <a:ext cx="1435512" cy="32756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u="sng" dirty="0"/>
              <a:t>Category_id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65005E0-768A-3F01-98B6-5A08AE3E5CA4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>
            <a:off x="1160039" y="797282"/>
            <a:ext cx="703746" cy="6480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1BC64C84-E7F7-1255-6342-41F2FCDB93B0}"/>
              </a:ext>
            </a:extLst>
          </p:cNvPr>
          <p:cNvSpPr/>
          <p:nvPr/>
        </p:nvSpPr>
        <p:spPr>
          <a:xfrm>
            <a:off x="2137748" y="535860"/>
            <a:ext cx="1972499" cy="38119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Category_name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9FF675C-3EA5-3E14-83FE-B0141AE24074}"/>
              </a:ext>
            </a:extLst>
          </p:cNvPr>
          <p:cNvCxnSpPr>
            <a:cxnSpLocks/>
            <a:stCxn id="10" idx="3"/>
            <a:endCxn id="2" idx="0"/>
          </p:cNvCxnSpPr>
          <p:nvPr/>
        </p:nvCxnSpPr>
        <p:spPr>
          <a:xfrm flipH="1">
            <a:off x="1863785" y="861228"/>
            <a:ext cx="562829" cy="58411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00C4C00-05C3-AC0D-F9BA-107814105FFC}"/>
              </a:ext>
            </a:extLst>
          </p:cNvPr>
          <p:cNvSpPr/>
          <p:nvPr/>
        </p:nvSpPr>
        <p:spPr>
          <a:xfrm>
            <a:off x="6882585" y="1241533"/>
            <a:ext cx="1046074" cy="3833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product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FD4803A-CE8A-C7B2-B507-178C8477DB51}"/>
              </a:ext>
            </a:extLst>
          </p:cNvPr>
          <p:cNvSpPr/>
          <p:nvPr/>
        </p:nvSpPr>
        <p:spPr>
          <a:xfrm>
            <a:off x="5378244" y="606685"/>
            <a:ext cx="1435512" cy="38119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u="sng" dirty="0"/>
              <a:t>product_id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7D04B27-0F6A-1D11-9E58-BBE4DFFB540E}"/>
              </a:ext>
            </a:extLst>
          </p:cNvPr>
          <p:cNvCxnSpPr>
            <a:cxnSpLocks/>
            <a:stCxn id="16" idx="6"/>
            <a:endCxn id="15" idx="0"/>
          </p:cNvCxnSpPr>
          <p:nvPr/>
        </p:nvCxnSpPr>
        <p:spPr>
          <a:xfrm>
            <a:off x="6813756" y="797281"/>
            <a:ext cx="591866" cy="4442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7643C03E-E1AF-3D90-3B8E-D9CDDC6AD898}"/>
              </a:ext>
            </a:extLst>
          </p:cNvPr>
          <p:cNvSpPr/>
          <p:nvPr/>
        </p:nvSpPr>
        <p:spPr>
          <a:xfrm>
            <a:off x="8437772" y="306495"/>
            <a:ext cx="1630866" cy="38119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product_name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00DC40-550C-4EE7-0CC1-41BB090A5619}"/>
              </a:ext>
            </a:extLst>
          </p:cNvPr>
          <p:cNvCxnSpPr>
            <a:cxnSpLocks/>
            <a:stCxn id="18" idx="3"/>
            <a:endCxn id="15" idx="0"/>
          </p:cNvCxnSpPr>
          <p:nvPr/>
        </p:nvCxnSpPr>
        <p:spPr>
          <a:xfrm flipH="1">
            <a:off x="7405622" y="631862"/>
            <a:ext cx="1270985" cy="6096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AEBA3AEC-6A9D-1A8D-CD93-6595ADDBD430}"/>
              </a:ext>
            </a:extLst>
          </p:cNvPr>
          <p:cNvSpPr/>
          <p:nvPr/>
        </p:nvSpPr>
        <p:spPr>
          <a:xfrm>
            <a:off x="9153969" y="1769896"/>
            <a:ext cx="1138891" cy="39539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price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FAB6996-66E4-AFAC-A116-1D7A636E5F7F}"/>
              </a:ext>
            </a:extLst>
          </p:cNvPr>
          <p:cNvSpPr/>
          <p:nvPr/>
        </p:nvSpPr>
        <p:spPr>
          <a:xfrm>
            <a:off x="6010933" y="1961290"/>
            <a:ext cx="1138891" cy="39539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brand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00DAFC5-AFB9-0325-7DEE-A9C73126A2CA}"/>
              </a:ext>
            </a:extLst>
          </p:cNvPr>
          <p:cNvSpPr/>
          <p:nvPr/>
        </p:nvSpPr>
        <p:spPr>
          <a:xfrm>
            <a:off x="8804491" y="998903"/>
            <a:ext cx="1745030" cy="45444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Stock_quantity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1AAB785-3C60-2B93-BB41-11DB8E4E1312}"/>
              </a:ext>
            </a:extLst>
          </p:cNvPr>
          <p:cNvCxnSpPr>
            <a:cxnSpLocks/>
            <a:stCxn id="28" idx="0"/>
            <a:endCxn id="15" idx="2"/>
          </p:cNvCxnSpPr>
          <p:nvPr/>
        </p:nvCxnSpPr>
        <p:spPr>
          <a:xfrm flipV="1">
            <a:off x="6580379" y="1624915"/>
            <a:ext cx="825243" cy="3363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EC10076-8A7A-25C8-DA52-03DF93C397DC}"/>
              </a:ext>
            </a:extLst>
          </p:cNvPr>
          <p:cNvCxnSpPr>
            <a:cxnSpLocks/>
            <a:stCxn id="15" idx="3"/>
            <a:endCxn id="27" idx="2"/>
          </p:cNvCxnSpPr>
          <p:nvPr/>
        </p:nvCxnSpPr>
        <p:spPr>
          <a:xfrm>
            <a:off x="7928659" y="1433224"/>
            <a:ext cx="1225310" cy="5343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58CD285-FF03-D932-92F2-3C8DE75A8241}"/>
              </a:ext>
            </a:extLst>
          </p:cNvPr>
          <p:cNvCxnSpPr>
            <a:cxnSpLocks/>
            <a:stCxn id="15" idx="3"/>
            <a:endCxn id="29" idx="2"/>
          </p:cNvCxnSpPr>
          <p:nvPr/>
        </p:nvCxnSpPr>
        <p:spPr>
          <a:xfrm flipV="1">
            <a:off x="7928659" y="1226127"/>
            <a:ext cx="875832" cy="2070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E255DADA-8FFA-695A-F123-6E4C85C79A5C}"/>
              </a:ext>
            </a:extLst>
          </p:cNvPr>
          <p:cNvSpPr/>
          <p:nvPr/>
        </p:nvSpPr>
        <p:spPr>
          <a:xfrm>
            <a:off x="970532" y="3292998"/>
            <a:ext cx="1438370" cy="521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SalesOrder</a:t>
            </a:r>
          </a:p>
        </p:txBody>
      </p:sp>
      <p:sp>
        <p:nvSpPr>
          <p:cNvPr id="92" name="Diamond 91">
            <a:extLst>
              <a:ext uri="{FF2B5EF4-FFF2-40B4-BE49-F238E27FC236}">
                <a16:creationId xmlns:a16="http://schemas.microsoft.com/office/drawing/2014/main" id="{A1DD88C0-1AFA-286F-551C-4FC3D5B182A4}"/>
              </a:ext>
            </a:extLst>
          </p:cNvPr>
          <p:cNvSpPr/>
          <p:nvPr/>
        </p:nvSpPr>
        <p:spPr>
          <a:xfrm>
            <a:off x="3804883" y="1278062"/>
            <a:ext cx="1586235" cy="554253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contains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8DD34DBB-7B9C-D651-992D-DBE321F33552}"/>
              </a:ext>
            </a:extLst>
          </p:cNvPr>
          <p:cNvCxnSpPr>
            <a:cxnSpLocks/>
            <a:stCxn id="2" idx="3"/>
            <a:endCxn id="92" idx="1"/>
          </p:cNvCxnSpPr>
          <p:nvPr/>
        </p:nvCxnSpPr>
        <p:spPr>
          <a:xfrm flipV="1">
            <a:off x="2370717" y="1555189"/>
            <a:ext cx="1434166" cy="807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E41A42E3-C593-AE88-A58D-836051D026E3}"/>
              </a:ext>
            </a:extLst>
          </p:cNvPr>
          <p:cNvCxnSpPr>
            <a:cxnSpLocks/>
            <a:stCxn id="92" idx="3"/>
            <a:endCxn id="15" idx="1"/>
          </p:cNvCxnSpPr>
          <p:nvPr/>
        </p:nvCxnSpPr>
        <p:spPr>
          <a:xfrm flipV="1">
            <a:off x="5391118" y="1433224"/>
            <a:ext cx="1491467" cy="12196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2" name="Oval 101">
            <a:extLst>
              <a:ext uri="{FF2B5EF4-FFF2-40B4-BE49-F238E27FC236}">
                <a16:creationId xmlns:a16="http://schemas.microsoft.com/office/drawing/2014/main" id="{D5B22EA4-45BF-38BD-A45F-6578EC06CBF8}"/>
              </a:ext>
            </a:extLst>
          </p:cNvPr>
          <p:cNvSpPr/>
          <p:nvPr/>
        </p:nvSpPr>
        <p:spPr>
          <a:xfrm>
            <a:off x="2260575" y="2662668"/>
            <a:ext cx="1849672" cy="36948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total_ammount</a:t>
            </a: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78C1DB2F-876E-D33A-FE4C-8003D14DDE6D}"/>
              </a:ext>
            </a:extLst>
          </p:cNvPr>
          <p:cNvSpPr/>
          <p:nvPr/>
        </p:nvSpPr>
        <p:spPr>
          <a:xfrm>
            <a:off x="1060487" y="2383138"/>
            <a:ext cx="1348415" cy="31337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order_date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8C0E18B8-E0BB-991F-6530-46B806B6C026}"/>
              </a:ext>
            </a:extLst>
          </p:cNvPr>
          <p:cNvSpPr/>
          <p:nvPr/>
        </p:nvSpPr>
        <p:spPr>
          <a:xfrm>
            <a:off x="176776" y="2748025"/>
            <a:ext cx="1335136" cy="32756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u="sng" dirty="0"/>
              <a:t>Order_id</a:t>
            </a: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A632CE05-50C7-6744-F18C-31F1F230DA5B}"/>
              </a:ext>
            </a:extLst>
          </p:cNvPr>
          <p:cNvCxnSpPr>
            <a:cxnSpLocks/>
            <a:stCxn id="69" idx="0"/>
            <a:endCxn id="103" idx="4"/>
          </p:cNvCxnSpPr>
          <p:nvPr/>
        </p:nvCxnSpPr>
        <p:spPr>
          <a:xfrm flipV="1">
            <a:off x="1689717" y="2696509"/>
            <a:ext cx="44978" cy="5964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DF0CE0D2-A751-EB41-73F9-E220EB4C6339}"/>
              </a:ext>
            </a:extLst>
          </p:cNvPr>
          <p:cNvCxnSpPr>
            <a:stCxn id="105" idx="4"/>
            <a:endCxn id="69" idx="0"/>
          </p:cNvCxnSpPr>
          <p:nvPr/>
        </p:nvCxnSpPr>
        <p:spPr>
          <a:xfrm>
            <a:off x="844344" y="3075587"/>
            <a:ext cx="845373" cy="21741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7CC4EE02-E776-78D5-5685-07A2FBC07AF9}"/>
              </a:ext>
            </a:extLst>
          </p:cNvPr>
          <p:cNvCxnSpPr>
            <a:stCxn id="69" idx="0"/>
            <a:endCxn id="102" idx="4"/>
          </p:cNvCxnSpPr>
          <p:nvPr/>
        </p:nvCxnSpPr>
        <p:spPr>
          <a:xfrm flipV="1">
            <a:off x="1689717" y="3032157"/>
            <a:ext cx="1495694" cy="26084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0" name="Diamond 149">
            <a:extLst>
              <a:ext uri="{FF2B5EF4-FFF2-40B4-BE49-F238E27FC236}">
                <a16:creationId xmlns:a16="http://schemas.microsoft.com/office/drawing/2014/main" id="{31282FF8-E4F7-2E70-3C30-B3ABD4C116C0}"/>
              </a:ext>
            </a:extLst>
          </p:cNvPr>
          <p:cNvSpPr/>
          <p:nvPr/>
        </p:nvSpPr>
        <p:spPr>
          <a:xfrm>
            <a:off x="4318717" y="3269196"/>
            <a:ext cx="1586235" cy="52111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Includes</a:t>
            </a:r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CAD63A9A-A0DF-A3B4-7D82-F0B4318C3809}"/>
              </a:ext>
            </a:extLst>
          </p:cNvPr>
          <p:cNvCxnSpPr>
            <a:stCxn id="69" idx="3"/>
            <a:endCxn id="150" idx="1"/>
          </p:cNvCxnSpPr>
          <p:nvPr/>
        </p:nvCxnSpPr>
        <p:spPr>
          <a:xfrm flipV="1">
            <a:off x="2408902" y="3529751"/>
            <a:ext cx="1909815" cy="238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4" name="Rectangle 153">
            <a:extLst>
              <a:ext uri="{FF2B5EF4-FFF2-40B4-BE49-F238E27FC236}">
                <a16:creationId xmlns:a16="http://schemas.microsoft.com/office/drawing/2014/main" id="{699E7AE2-4738-C019-F372-12636AAEA405}"/>
              </a:ext>
            </a:extLst>
          </p:cNvPr>
          <p:cNvSpPr/>
          <p:nvPr/>
        </p:nvSpPr>
        <p:spPr>
          <a:xfrm>
            <a:off x="7645099" y="3408033"/>
            <a:ext cx="2093570" cy="3953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SalesOrderDetails</a:t>
            </a: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DEBD1717-99F3-16CF-FB44-03FD562FF447}"/>
              </a:ext>
            </a:extLst>
          </p:cNvPr>
          <p:cNvSpPr/>
          <p:nvPr/>
        </p:nvSpPr>
        <p:spPr>
          <a:xfrm>
            <a:off x="10133291" y="2911806"/>
            <a:ext cx="1292745" cy="39539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Item_price</a:t>
            </a:r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1975EBBE-FC48-04B0-AF76-CD4DE1BBC915}"/>
              </a:ext>
            </a:extLst>
          </p:cNvPr>
          <p:cNvSpPr/>
          <p:nvPr/>
        </p:nvSpPr>
        <p:spPr>
          <a:xfrm>
            <a:off x="9698522" y="4175800"/>
            <a:ext cx="1138891" cy="39539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quantity</a:t>
            </a:r>
          </a:p>
        </p:txBody>
      </p:sp>
      <p:sp>
        <p:nvSpPr>
          <p:cNvPr id="159" name="Diamond 158">
            <a:extLst>
              <a:ext uri="{FF2B5EF4-FFF2-40B4-BE49-F238E27FC236}">
                <a16:creationId xmlns:a16="http://schemas.microsoft.com/office/drawing/2014/main" id="{6B9E0536-CBBC-F489-1C3C-626EB845B8F3}"/>
              </a:ext>
            </a:extLst>
          </p:cNvPr>
          <p:cNvSpPr/>
          <p:nvPr/>
        </p:nvSpPr>
        <p:spPr>
          <a:xfrm>
            <a:off x="7156919" y="2484969"/>
            <a:ext cx="1849672" cy="39540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Includes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4BE9B353-BA99-58A6-DA02-6BF4ECC7D14E}"/>
              </a:ext>
            </a:extLst>
          </p:cNvPr>
          <p:cNvCxnSpPr>
            <a:stCxn id="15" idx="2"/>
            <a:endCxn id="159" idx="0"/>
          </p:cNvCxnSpPr>
          <p:nvPr/>
        </p:nvCxnSpPr>
        <p:spPr>
          <a:xfrm>
            <a:off x="7405622" y="1624915"/>
            <a:ext cx="676133" cy="86005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805678A4-ECAC-D601-3A22-4666AD286855}"/>
              </a:ext>
            </a:extLst>
          </p:cNvPr>
          <p:cNvCxnSpPr>
            <a:cxnSpLocks/>
            <a:stCxn id="159" idx="2"/>
            <a:endCxn id="154" idx="0"/>
          </p:cNvCxnSpPr>
          <p:nvPr/>
        </p:nvCxnSpPr>
        <p:spPr>
          <a:xfrm>
            <a:off x="8081755" y="2880369"/>
            <a:ext cx="610129" cy="52766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B17B51BC-5E39-1FBF-2550-14EA5FC37389}"/>
              </a:ext>
            </a:extLst>
          </p:cNvPr>
          <p:cNvCxnSpPr>
            <a:stCxn id="154" idx="3"/>
            <a:endCxn id="157" idx="2"/>
          </p:cNvCxnSpPr>
          <p:nvPr/>
        </p:nvCxnSpPr>
        <p:spPr>
          <a:xfrm flipV="1">
            <a:off x="9738669" y="3109505"/>
            <a:ext cx="394622" cy="4962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CBAE48A2-DAC9-5B70-3686-670C209F98FA}"/>
              </a:ext>
            </a:extLst>
          </p:cNvPr>
          <p:cNvCxnSpPr>
            <a:cxnSpLocks/>
            <a:stCxn id="154" idx="2"/>
            <a:endCxn id="158" idx="0"/>
          </p:cNvCxnSpPr>
          <p:nvPr/>
        </p:nvCxnSpPr>
        <p:spPr>
          <a:xfrm>
            <a:off x="8691884" y="3803432"/>
            <a:ext cx="1576084" cy="37236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55B2B562-953E-ACA1-8FD0-709378E098AA}"/>
              </a:ext>
            </a:extLst>
          </p:cNvPr>
          <p:cNvCxnSpPr>
            <a:stCxn id="150" idx="3"/>
            <a:endCxn id="154" idx="1"/>
          </p:cNvCxnSpPr>
          <p:nvPr/>
        </p:nvCxnSpPr>
        <p:spPr>
          <a:xfrm>
            <a:off x="5904952" y="3529751"/>
            <a:ext cx="1740147" cy="759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9" name="Rectangle 178">
            <a:extLst>
              <a:ext uri="{FF2B5EF4-FFF2-40B4-BE49-F238E27FC236}">
                <a16:creationId xmlns:a16="http://schemas.microsoft.com/office/drawing/2014/main" id="{7F38C4E0-3BD3-7A21-1033-59D0E0E60116}"/>
              </a:ext>
            </a:extLst>
          </p:cNvPr>
          <p:cNvSpPr/>
          <p:nvPr/>
        </p:nvSpPr>
        <p:spPr>
          <a:xfrm>
            <a:off x="1356852" y="5287861"/>
            <a:ext cx="1313388" cy="3618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Customer</a:t>
            </a: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DB8E16A6-32A0-8718-79C9-4BC9883D6B7B}"/>
              </a:ext>
            </a:extLst>
          </p:cNvPr>
          <p:cNvSpPr/>
          <p:nvPr/>
        </p:nvSpPr>
        <p:spPr>
          <a:xfrm>
            <a:off x="73768" y="4886976"/>
            <a:ext cx="1138891" cy="39539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phone</a:t>
            </a:r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749413A5-A3F1-971D-ECAA-3B7197146AB6}"/>
              </a:ext>
            </a:extLst>
          </p:cNvPr>
          <p:cNvSpPr/>
          <p:nvPr/>
        </p:nvSpPr>
        <p:spPr>
          <a:xfrm>
            <a:off x="170926" y="5829365"/>
            <a:ext cx="1138891" cy="39539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email</a:t>
            </a: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5F8619C7-A0C8-D92D-DE5A-F4AFE0789960}"/>
              </a:ext>
            </a:extLst>
          </p:cNvPr>
          <p:cNvSpPr/>
          <p:nvPr/>
        </p:nvSpPr>
        <p:spPr>
          <a:xfrm>
            <a:off x="2781997" y="5876550"/>
            <a:ext cx="1480423" cy="39539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u="sng" dirty="0"/>
              <a:t>customer_id</a:t>
            </a: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4861E348-DF4E-FB0A-E783-CC6F76CF515B}"/>
              </a:ext>
            </a:extLst>
          </p:cNvPr>
          <p:cNvSpPr/>
          <p:nvPr/>
        </p:nvSpPr>
        <p:spPr>
          <a:xfrm>
            <a:off x="1163181" y="6230209"/>
            <a:ext cx="1855403" cy="3396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customer_name</a:t>
            </a:r>
          </a:p>
        </p:txBody>
      </p: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E1678AD9-DC99-7E01-0F2D-5C20DE71FF47}"/>
              </a:ext>
            </a:extLst>
          </p:cNvPr>
          <p:cNvCxnSpPr>
            <a:cxnSpLocks/>
            <a:stCxn id="179" idx="1"/>
            <a:endCxn id="181" idx="4"/>
          </p:cNvCxnSpPr>
          <p:nvPr/>
        </p:nvCxnSpPr>
        <p:spPr>
          <a:xfrm flipH="1" flipV="1">
            <a:off x="643214" y="5282374"/>
            <a:ext cx="713638" cy="1864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E49CD8C3-FF2F-9F7A-92C4-BA1AD53ACA52}"/>
              </a:ext>
            </a:extLst>
          </p:cNvPr>
          <p:cNvCxnSpPr>
            <a:stCxn id="179" idx="1"/>
            <a:endCxn id="182" idx="0"/>
          </p:cNvCxnSpPr>
          <p:nvPr/>
        </p:nvCxnSpPr>
        <p:spPr>
          <a:xfrm flipH="1">
            <a:off x="740372" y="5468776"/>
            <a:ext cx="616480" cy="3605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264FF4F8-62F0-E333-8EF7-12B7066175BB}"/>
              </a:ext>
            </a:extLst>
          </p:cNvPr>
          <p:cNvCxnSpPr>
            <a:stCxn id="179" idx="2"/>
            <a:endCxn id="184" idx="0"/>
          </p:cNvCxnSpPr>
          <p:nvPr/>
        </p:nvCxnSpPr>
        <p:spPr>
          <a:xfrm>
            <a:off x="2013546" y="5649690"/>
            <a:ext cx="77337" cy="58051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D9C45688-3C94-06C0-A1AF-D3FE6E8CD1C9}"/>
              </a:ext>
            </a:extLst>
          </p:cNvPr>
          <p:cNvCxnSpPr>
            <a:stCxn id="179" idx="3"/>
            <a:endCxn id="183" idx="0"/>
          </p:cNvCxnSpPr>
          <p:nvPr/>
        </p:nvCxnSpPr>
        <p:spPr>
          <a:xfrm>
            <a:off x="2670240" y="5468776"/>
            <a:ext cx="851969" cy="40777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5" name="Diamond 194">
            <a:extLst>
              <a:ext uri="{FF2B5EF4-FFF2-40B4-BE49-F238E27FC236}">
                <a16:creationId xmlns:a16="http://schemas.microsoft.com/office/drawing/2014/main" id="{47795966-8F10-7F9D-36FC-6A192CDCD7BA}"/>
              </a:ext>
            </a:extLst>
          </p:cNvPr>
          <p:cNvSpPr/>
          <p:nvPr/>
        </p:nvSpPr>
        <p:spPr>
          <a:xfrm>
            <a:off x="804235" y="4348376"/>
            <a:ext cx="1887647" cy="52111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Places</a:t>
            </a:r>
          </a:p>
        </p:txBody>
      </p: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B3B9A8FB-2DE7-31A2-AFF4-699D12A477DF}"/>
              </a:ext>
            </a:extLst>
          </p:cNvPr>
          <p:cNvCxnSpPr>
            <a:stCxn id="69" idx="2"/>
            <a:endCxn id="195" idx="0"/>
          </p:cNvCxnSpPr>
          <p:nvPr/>
        </p:nvCxnSpPr>
        <p:spPr>
          <a:xfrm>
            <a:off x="1689717" y="3814108"/>
            <a:ext cx="58342" cy="53426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A29CB7AE-D0CC-2A3D-3E79-59AF12112C40}"/>
              </a:ext>
            </a:extLst>
          </p:cNvPr>
          <p:cNvCxnSpPr>
            <a:stCxn id="195" idx="2"/>
            <a:endCxn id="179" idx="0"/>
          </p:cNvCxnSpPr>
          <p:nvPr/>
        </p:nvCxnSpPr>
        <p:spPr>
          <a:xfrm>
            <a:off x="1748059" y="4869486"/>
            <a:ext cx="265487" cy="4183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1" name="Rectangle 200">
            <a:extLst>
              <a:ext uri="{FF2B5EF4-FFF2-40B4-BE49-F238E27FC236}">
                <a16:creationId xmlns:a16="http://schemas.microsoft.com/office/drawing/2014/main" id="{B3880966-01D4-DB97-1C7D-A8397ADE53D8}"/>
              </a:ext>
            </a:extLst>
          </p:cNvPr>
          <p:cNvSpPr/>
          <p:nvPr/>
        </p:nvSpPr>
        <p:spPr>
          <a:xfrm>
            <a:off x="7867562" y="5282374"/>
            <a:ext cx="1313388" cy="3618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Employee</a:t>
            </a:r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00A9DF8F-FCE0-9869-10AF-477BDC180074}"/>
              </a:ext>
            </a:extLst>
          </p:cNvPr>
          <p:cNvSpPr/>
          <p:nvPr/>
        </p:nvSpPr>
        <p:spPr>
          <a:xfrm>
            <a:off x="6751565" y="6224763"/>
            <a:ext cx="1895984" cy="42254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employee_name</a:t>
            </a:r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3BDA04AF-A23C-1DB3-0D59-E51B4CE31A8E}"/>
              </a:ext>
            </a:extLst>
          </p:cNvPr>
          <p:cNvSpPr/>
          <p:nvPr/>
        </p:nvSpPr>
        <p:spPr>
          <a:xfrm>
            <a:off x="8667633" y="6027064"/>
            <a:ext cx="1138891" cy="39539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salary</a:t>
            </a: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693750EF-70B3-ADD5-B04C-73867DB88FAB}"/>
              </a:ext>
            </a:extLst>
          </p:cNvPr>
          <p:cNvSpPr/>
          <p:nvPr/>
        </p:nvSpPr>
        <p:spPr>
          <a:xfrm>
            <a:off x="9889928" y="5876550"/>
            <a:ext cx="1138891" cy="39539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role</a:t>
            </a:r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CCFB2B54-03D8-CDB5-052A-7F552F4F50BC}"/>
              </a:ext>
            </a:extLst>
          </p:cNvPr>
          <p:cNvSpPr/>
          <p:nvPr/>
        </p:nvSpPr>
        <p:spPr>
          <a:xfrm>
            <a:off x="9712752" y="5278714"/>
            <a:ext cx="1491541" cy="36182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u="sng" dirty="0"/>
              <a:t>employee_id</a:t>
            </a:r>
          </a:p>
        </p:txBody>
      </p: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EB6087F9-6F41-E403-39DE-0A954FAC233F}"/>
              </a:ext>
            </a:extLst>
          </p:cNvPr>
          <p:cNvCxnSpPr>
            <a:cxnSpLocks/>
            <a:stCxn id="201" idx="3"/>
            <a:endCxn id="205" idx="2"/>
          </p:cNvCxnSpPr>
          <p:nvPr/>
        </p:nvCxnSpPr>
        <p:spPr>
          <a:xfrm flipV="1">
            <a:off x="9180950" y="5459629"/>
            <a:ext cx="531802" cy="36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6FE0BBFE-F9B8-FB3F-D4C2-8ABD5B9D01CD}"/>
              </a:ext>
            </a:extLst>
          </p:cNvPr>
          <p:cNvCxnSpPr>
            <a:cxnSpLocks/>
            <a:stCxn id="201" idx="2"/>
            <a:endCxn id="202" idx="0"/>
          </p:cNvCxnSpPr>
          <p:nvPr/>
        </p:nvCxnSpPr>
        <p:spPr>
          <a:xfrm flipH="1">
            <a:off x="7699557" y="5644203"/>
            <a:ext cx="824699" cy="5805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0C6E4297-9117-07C7-100E-341BB584665F}"/>
              </a:ext>
            </a:extLst>
          </p:cNvPr>
          <p:cNvCxnSpPr>
            <a:stCxn id="201" idx="2"/>
            <a:endCxn id="203" idx="0"/>
          </p:cNvCxnSpPr>
          <p:nvPr/>
        </p:nvCxnSpPr>
        <p:spPr>
          <a:xfrm>
            <a:off x="8524256" y="5644203"/>
            <a:ext cx="712823" cy="3828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18013012-DAC2-8508-DC26-815F8E0A8F94}"/>
              </a:ext>
            </a:extLst>
          </p:cNvPr>
          <p:cNvCxnSpPr>
            <a:stCxn id="201" idx="3"/>
            <a:endCxn id="204" idx="1"/>
          </p:cNvCxnSpPr>
          <p:nvPr/>
        </p:nvCxnSpPr>
        <p:spPr>
          <a:xfrm>
            <a:off x="9180950" y="5463289"/>
            <a:ext cx="875765" cy="4711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4" name="Diamond 213">
            <a:extLst>
              <a:ext uri="{FF2B5EF4-FFF2-40B4-BE49-F238E27FC236}">
                <a16:creationId xmlns:a16="http://schemas.microsoft.com/office/drawing/2014/main" id="{CADAC483-B3E9-6A29-D0EE-19BF15511FC0}"/>
              </a:ext>
            </a:extLst>
          </p:cNvPr>
          <p:cNvSpPr/>
          <p:nvPr/>
        </p:nvSpPr>
        <p:spPr>
          <a:xfrm rot="730734">
            <a:off x="4937303" y="4514214"/>
            <a:ext cx="1586235" cy="521110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Handels</a:t>
            </a:r>
          </a:p>
        </p:txBody>
      </p: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25860441-79BD-AE8A-90B0-982922029F90}"/>
              </a:ext>
            </a:extLst>
          </p:cNvPr>
          <p:cNvCxnSpPr>
            <a:cxnSpLocks/>
            <a:stCxn id="69" idx="3"/>
            <a:endCxn id="214" idx="1"/>
          </p:cNvCxnSpPr>
          <p:nvPr/>
        </p:nvCxnSpPr>
        <p:spPr>
          <a:xfrm>
            <a:off x="2408902" y="3553553"/>
            <a:ext cx="2546251" cy="105389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BD1ADB5F-1B88-09EC-C9C4-E251235004C9}"/>
              </a:ext>
            </a:extLst>
          </p:cNvPr>
          <p:cNvCxnSpPr>
            <a:cxnSpLocks/>
            <a:stCxn id="214" idx="3"/>
            <a:endCxn id="201" idx="1"/>
          </p:cNvCxnSpPr>
          <p:nvPr/>
        </p:nvCxnSpPr>
        <p:spPr>
          <a:xfrm>
            <a:off x="6505688" y="4942089"/>
            <a:ext cx="1361874" cy="5212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02FBC6A-8FB4-7594-08B1-CB32BBC424AE}"/>
              </a:ext>
            </a:extLst>
          </p:cNvPr>
          <p:cNvSpPr txBox="1"/>
          <p:nvPr/>
        </p:nvSpPr>
        <p:spPr>
          <a:xfrm>
            <a:off x="3580223" y="1218086"/>
            <a:ext cx="439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EC47D1-9580-144D-AA92-1C5FB34D9C09}"/>
              </a:ext>
            </a:extLst>
          </p:cNvPr>
          <p:cNvSpPr txBox="1"/>
          <p:nvPr/>
        </p:nvSpPr>
        <p:spPr>
          <a:xfrm>
            <a:off x="5291267" y="1193304"/>
            <a:ext cx="439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DB8703-F3A1-D4FE-E0C4-A01762AC6237}"/>
              </a:ext>
            </a:extLst>
          </p:cNvPr>
          <p:cNvSpPr txBox="1"/>
          <p:nvPr/>
        </p:nvSpPr>
        <p:spPr>
          <a:xfrm>
            <a:off x="7892329" y="2154724"/>
            <a:ext cx="439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1DDB4B-0D94-6578-16A8-D0278ABE0944}"/>
              </a:ext>
            </a:extLst>
          </p:cNvPr>
          <p:cNvSpPr txBox="1"/>
          <p:nvPr/>
        </p:nvSpPr>
        <p:spPr>
          <a:xfrm>
            <a:off x="8134340" y="2761776"/>
            <a:ext cx="439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E16B9C-6FFD-1775-55E8-2D396BFFDD93}"/>
              </a:ext>
            </a:extLst>
          </p:cNvPr>
          <p:cNvSpPr txBox="1"/>
          <p:nvPr/>
        </p:nvSpPr>
        <p:spPr>
          <a:xfrm>
            <a:off x="4735576" y="4268842"/>
            <a:ext cx="439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FBA053-8243-3497-44D6-92AE0199C0B6}"/>
              </a:ext>
            </a:extLst>
          </p:cNvPr>
          <p:cNvSpPr txBox="1"/>
          <p:nvPr/>
        </p:nvSpPr>
        <p:spPr>
          <a:xfrm>
            <a:off x="6443431" y="4709341"/>
            <a:ext cx="439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016E92-487E-21F2-E4B7-07CF9088AD6A}"/>
              </a:ext>
            </a:extLst>
          </p:cNvPr>
          <p:cNvSpPr txBox="1"/>
          <p:nvPr/>
        </p:nvSpPr>
        <p:spPr>
          <a:xfrm>
            <a:off x="4126307" y="3223367"/>
            <a:ext cx="439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3BC0DB-B2E3-508F-E2FB-8D48818B2E0C}"/>
              </a:ext>
            </a:extLst>
          </p:cNvPr>
          <p:cNvSpPr txBox="1"/>
          <p:nvPr/>
        </p:nvSpPr>
        <p:spPr>
          <a:xfrm>
            <a:off x="5816545" y="3236308"/>
            <a:ext cx="439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C1D371-6961-6A48-78B9-DE9BF1060A83}"/>
              </a:ext>
            </a:extLst>
          </p:cNvPr>
          <p:cNvSpPr txBox="1"/>
          <p:nvPr/>
        </p:nvSpPr>
        <p:spPr>
          <a:xfrm>
            <a:off x="1667312" y="4068882"/>
            <a:ext cx="439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7FCB2C-DD02-75EE-424D-7CD52138E2D5}"/>
              </a:ext>
            </a:extLst>
          </p:cNvPr>
          <p:cNvSpPr txBox="1"/>
          <p:nvPr/>
        </p:nvSpPr>
        <p:spPr>
          <a:xfrm>
            <a:off x="1748058" y="4774769"/>
            <a:ext cx="439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5E2C786-DEF3-2382-270A-743F14B91D76}"/>
                  </a:ext>
                </a:extLst>
              </p14:cNvPr>
              <p14:cNvContentPartPr/>
              <p14:nvPr/>
            </p14:nvContentPartPr>
            <p14:xfrm>
              <a:off x="186097" y="4935828"/>
              <a:ext cx="955800" cy="2660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5E2C786-DEF3-2382-270A-743F14B91D7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9977" y="4929708"/>
                <a:ext cx="968040" cy="27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8978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dk1"/>
        </a:lnRef>
        <a:fillRef idx="0">
          <a:schemeClr val="dk1"/>
        </a:fillRef>
        <a:effectRef idx="1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67</Words>
  <Application>Microsoft Office PowerPoint</Application>
  <PresentationFormat>Widescreen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Mahmoud</dc:creator>
  <cp:lastModifiedBy>Ahmed Mahmoud</cp:lastModifiedBy>
  <cp:revision>12</cp:revision>
  <dcterms:created xsi:type="dcterms:W3CDTF">2025-12-09T17:49:13Z</dcterms:created>
  <dcterms:modified xsi:type="dcterms:W3CDTF">2025-12-13T20:43:54Z</dcterms:modified>
</cp:coreProperties>
</file>